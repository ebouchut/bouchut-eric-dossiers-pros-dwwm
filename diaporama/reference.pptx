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tppuccin Latte">
      <a:dk1>
        <a:srgbClr val="4C4F69"/>
      </a:dk1>
      <a:lt1>
        <a:srgbClr val="EFF1F5"/>
      </a:lt1>
      <a:dk2>
        <a:srgbClr val="5C5F77"/>
      </a:dk2>
      <a:lt2>
        <a:srgbClr val="E6E9EF"/>
      </a:lt2>
      <a:accent1>
        <a:srgbClr val="8839EF"/>
      </a:accent1>
      <a:accent2>
        <a:srgbClr val="1E66F5"/>
      </a:accent2>
      <a:accent3>
        <a:srgbClr val="179299"/>
      </a:accent3>
      <a:accent4>
        <a:srgbClr val="40A02B"/>
      </a:accent4>
      <a:accent5>
        <a:srgbClr val="FE640B"/>
      </a:accent5>
      <a:accent6>
        <a:srgbClr val="D20F39"/>
      </a:accent6>
      <a:hlink>
        <a:srgbClr val="1A5CD7"/>
      </a:hlink>
      <a:folHlink>
        <a:srgbClr val="8839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
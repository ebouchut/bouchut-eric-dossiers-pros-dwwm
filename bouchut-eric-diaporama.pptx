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moi-même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Relationnel mais pas spécifique à une base de données.
- PAS encore les **types** de colonnes,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- Pourquoi PostgreSQL ? ([ADR-0007](https://github.com/ebouchut/learn-dev/blob/dev/docs/adr/0007-use-postgresql-over-mysql.md)), 
- Migrations BDD:
    - *Liquibase* ([ADR-0005](https://github.com/ebouchut/learn-dev/blob/dev/docs/adr/0005-handwrite-liquibase-migrations-over-mcd-ddl.md)), 
- `UUID` vs `BIGINT` ([ADR-0003](https://github.com/ebouchut/learn-dev/blob/dev/docs/adr/0003-uuid-pk-for-users-bigint-elsewhere.md))
    - anti-IDOR
    - random sur des grains de sables alignés entre 2 galaxies.
- Contrôle **anti-dérive du schéma** fait :
    - au **démarrage de l'application**,
    - par la **CI**.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application Web **responsive** et **accessible**, 
    - **rendu côté serveur** avec **Thymeleaf**,
    - codée:
      - coté **serveur**: en **Java** et **Spring Boot**
      - coté **client**: en **HTML, CSS, JS**.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**2 features** que je vais détailler par la suite.
- **Erreur `403`**: Si le login échoue ne **jamais** préciser **la cause** (login n'existe pas ou mot de passe est incorrect) mais renvoyer `403`.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Démo
- formulaire d'inscription utilisateur. 
    - Montrer la validation et les messages d'erreur reliés au champ (`aria`). 
    - Le code : 
        - **unicité** du **`username`**
        - **hachage** **mot de passe**: **BCrypt**
         (jamais en clair).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 - Dérouler le jeu d'essai : entrées, attendu, obtenu, écarts (aucun). 
 - Couvert pardes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
- **Règles métier** 
- **Erreurs HTTP**: gestion fine. 
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- Je **vous** remercie ainsi que nos **formateurs**. 
- Inviter aux **questions**.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2026-08-04T01:47:38Z</dcterms:created>
  <dcterms:modified xsi:type="dcterms:W3CDTF">2026-08-04T01:47:38Z</dcterms:modified>
</cp:coreProperties>
</file>
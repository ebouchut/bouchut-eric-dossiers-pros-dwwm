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notesMasterIdLst>
    <p:notesMasterId r:id="rId54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notesMaster" Target="notesMasters/notesMaster1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(~0,5 min) 
- Saluer le jury.
- Se présenter brièvement.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 min) 
Me présenter. 
- Poser le besoin : structurer l'apprentissage du code. 
- Annoncer la solution en une phrase. 
- Enchaîner sur ce qu'est concrètement l'application.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**Pages publiques** (pas d'authentification) : 
- Page d'accueil,
- RGPD,
- Reset mot de passe.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Pourquoi aucune restriction à l'enregistrement d'un étudiant?
- Pas d'étape bloquante pour faciliter l'adhésion
- évolution possible pour la v2:
    - Ajout d'une approbation préalable par le formateur ou l'admin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 min)
Insister sur la démarche d'ingénierie :
- **[Project](https://github.com/users/ebouchut/projects/7/views/2)** pour **orchestrer** ce qui suit 
- **[Issues](https://github.com/ebouchut/learn-dev/issues)**: pour décrire les besoins fonctionnels et les bug
- **[ADR](https://github.com/ebouchut/learn-dev/blob/dev/docs/adr/README.md)** C'est l'**enregistrement des décisions d'architecture**s pour aider les nouveaux arrivants sur le projet (ou moi-même dans 6 mois :-).
  &gt;  Chaque *ADR* répond à cette question: pourquoi a-t-on fait ce choix ?  
    - **Problème** à résoudre et les **contraintes**.
    - **Critères de décision**: ce qui a guidé le choix.
    - **Options** envisagées
    - **Option retenue**: pourquoi, bénéfices et compromis.
    - **Avantages/inconvénients** de chaque option.
- **[Plans](https://github.com/ebouchut/learn-dev/tree/dev/docs/plans)** de dev versionnés: Ils décrivent quoi faire et comment.
- [Branche Git par fonctionnalité](https://github.com/ebouchut/learn-dev/tree/dev?tab=contributing-ov-file#git-branching-strategy) pour que chaque développement n'impacte pas la branche commune (`dev`).
- [Pull-Requests](https://github.com/ebouchut/learn-dev/pulls?q=is:pr+is:closed)
- **`YAGNI`** : *You aren't gonna need it*  
  &gt; Ne construire que ce qui est nécessaire pour la v1.
C'est de la communication écrite (compétence transversale).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 min) 
Dérouler les besoins par persona. 
Relier aux besoins non fonctionnels.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(~1,5 min)
- Présenter la modélisation Merise (MCD). 
- 9 entités : utilisateurs, rôles, cours, leçons, inscriptions, jetons, audit. 
- Montrer les associations et cardinalités.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(~1,5 min)
9 entités : utilisateurs, rôles, cours, leçons, inscriptions, jetons, audit. 
- Un peu de **Relationnel mais pas trop** :
    - **PAS spécifique à une base** de données.
    - PAS encore les **types** de colonnes, les contraintes...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(~3 min) 
- **Pourquoi PostgreSQL ?** ([ADR-0007](https://github.com/ebouchut/learn-dev/blob/dev/docs/adr/0007-use-postgresql-over-mysql.md)), 
- **Migrations BDD**:
    - *Liquibase* ([ADR-0005](https://github.com/ebouchut/learn-dev/blob/dev/docs/adr/0005-handwrite-liquibase-migrations-over-mcd-ddl.md)), 
- `UUID` vs `BIGINT` ([ADR-0003](https://github.com/ebouchut/learn-dev/blob/dev/docs/adr/0003-uuid-pk-for-users-bigint-elsewhere.md))
    - anti-IDOR
    - random sur des grains de sables alignés entre 2 galaxies.
- Contrôle **anti-dérive du schéma** fait :
    - au **démarrage de l'application**,
    - par la **CI**.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`Wireframe` (**maquette conceptuelle**) est un **squelette statique**:
- **SANS style** (CSS),
- donne grossièrement la **structure** et la **disposition** des **élements principaux** de l'interface, 
- PAS de couleur: **noir et gris**.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`mockup` est une maquette **visuelle** fidèle avec :
- **couleurs**, 
- **typographie**, 
- **images**.
Mais elle est **figée**.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Prototype: Maquette visuelle **interactive** simule comment :
- l’interface se comportera,
- comment l’utilisateur **naviguera d’un écran à l’autre**.
Dans un prototype :
- les **liens** et les **boutons fonctionnent**
- quand on *clique** dessus **l’écran suivant apparaît**
- les transitions et animations sont simulées.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Un peu **ambitieux de parler de `charte graphique`** pour l'instant.
- **Polices** de caractères :  
    - **téléchargées** en local 
    - PAS depuis Google
    - évite problème **GDPR** : 
        - envoi d'un pixel et de l'**IP chez Google**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**Contrastes** des couleurs mesurés (`RGAA` / `WCAG  **`AA`**). 
- `WCAG`: Web Content Accessibility Guidelines (🇺🇸)
- `RGAA`: Recommandations Générales d'Amélioration de l'Accessibilité (🇫🇷)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dark / light theme (mode clair sombre):
  [`prefers-color-scheme`](https://github.com/ebouchut/learn-dev/blob/bfb883291b677621637f48a2b6215e1f571e7094/src/main/resources/static/css/theme-catppuccin.css#L42-L66)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 min) 
- **Accessibilité** prise en compte dès la conception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 min) 
Balayer la stack:
- **Java** langage de **Programmation Orientée Objet** (*POO*)
- **Maven**: outil qui:
    - gére les dépéndances (installation, mise à jour, résoluition de conflits, dépendances transitives)
- **Spring Boot** contient une galaxie de frameworks j'ai utilisés pour:
  - le MVC
- **Spring Security**: framework de sécurité qui gère :
    - l'**authentification** via le **formulaire de connexion** 
    - le **controle d'accès** basé sur les **roles** 
- **Thymeleaf**: moteur templates utilisé pour le rendu coté serveur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application Web **responsive** et **accessible**, 
    - **rendu côté serveur** avec **Thymeleaf**,
    - codée:
      - coté **serveur**: en **Java** et **Spring Boot**
      - coté **client**: en **HTML, CSS, JS**.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 min)
- Voici ls **2 features** que je vais détailler ensuite.
- Si authentification échoue  *Spring Security* (`FormLogin`) :
    - ne renvoie PAS `401` 
    - ne donne PAS la cause (login indexistant ou mot de passe incorrect) 
    - redirige (`302`) sur la page de login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 min) 
Démo
- formulaire d'inscription utilisateur. 
    - Montrer la validation et les messages d'erreur reliés au champ (`aria`). 
    - Le code : 
        - **unicité** du **`username`**
        - **hachage** **mot de passe**: **BCrypt**
         (jamais en clair).
CP4 (dynamique) + CP7 (composant métier).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(~1,5 min)
 - Dérouler le jeu d'essai : entrées, attendu, obtenu, écarts (aucun). 
 - Couvert pardes tests automatisés.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(~2,5 min)
- **Règles métier** 
- **Erreurs HTTP**: gestion fine. 
CP7.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 min) Montrer le catalogue. Rappeler responsive + RGAA (CP3) et la partie dynamique
serveur (CP4).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(~1,5 min) Montrer le repository : une interface, Spring génère l'implémentation ; requêtes
paramétrées donc pas d'injection SQL. Assumer honnêtement l'écart NoSQL : SQL au cœur,
MongoDB prêt mais pas branché. CP6.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 min) Balayer les défenses, 
dérouler la séquence de connexion : 
- CSRF, 
- BCrypt,
- session HttpOnly. 
Relier à OWASP. C'est un point fort : sécurité dès la conception.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(~1,5 min) 
Montrer:
- la stratégie de tests 
- la matrice de sécurité. 
La CI verrouille la qualité à chaque push.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 min) 
Rappeler : le déploiement en prod n'est pas exigé, 
c'est la QUALITÉ de la procédure documentée qui compte. 
Montrer : 
- le Dockerfile
- un workflow CI. 
CP8.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 min)
Ouvrir sur les évolutions,
notamment le volet NoSQL.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(~0,5 min)
- Je **vous** remercie ainsi que nos **formateurs**. 
- Inviter aux **questions**.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52</Slides>
  <Notes>52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learn-dev — Présentation</dc:title>
  <dc:subject>Diaporama de soutenance — Titre professionnel Développeur Web et Web Mobile (DWWM),
RNCP37674 — Eric Bouchut — session août 2026.
</dc:subject>
  <dc:creator>Eric Bouchut</dc:creator>
  <cp:lastModifiedBy>Eric Bouchut</cp:lastModifiedBy>
  <cp:revision>1</cp:revision>
  <dcterms:created xsi:type="dcterms:W3CDTF">2026-08-05T03:05:23Z</dcterms:created>
  <dcterms:modified xsi:type="dcterms:W3CDTF">2026-08-05T03:05:23Z</dcterms:modified>
</cp:coreProperties>
</file>
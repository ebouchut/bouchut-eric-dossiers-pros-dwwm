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(~0,5 min) 
- Saluer le jury.
- Se présenter brièvement.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 min) 
Me présenter. 
- Poser le besoin : structurer l'apprentissage du code. 
- Annoncer la solution en une phrase. 
- Enchaîner sur ce qu'est concrètement l'application.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 min)
- Décrire les 3 rôles et le parcours nominal. 
- Préciser : application Web rendue côté
serveur (Spring Boot + Thymeleaf), responsive et accessible.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Cette section aborde:
- **l'organisation du travail** (aujourd'hui en solo, donc pas encore de SCRUM)
- le cahier des charges
- la modélisation des données et la base qui les stockent
- le maquettage et l'expérience utilisateur (UX)
- l'environnement de travail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(~2 min)
Insister sur la démarche d'ingénierie :
- **[Project](https://github.com/users/ebouchut/projects/7/views/2)** pour **orchestrer** ce qui suit 
- **[Issues](https://github.com/ebouchut/learn-dev/issues)**: pour décrire les besoins fonctionnels et les bug
- **[ADR](https://github.com/ebouchut/learn-dev/blob/dev/docs/adr/README.md)** C'est l'**enregistrement des décisions d'architecture**s pour aider les nouveaux arrivants sur le projet (ou moi dans 6 mois :-).
  &gt;  Chaque *ADR* répond à cette question: pourquoi a-t-on fait ce choix ?  
    - **Problème** à résoudre et les **contraintes**.
    - **Critères de décision**: ce qui a guidé le choix.
    - **Options** envisagées
    - **Option retenue**: pourquoi, bénéfices et compromis.
    - **Avantages/inconvénients** de chaque option.
- **[Plans](https://github.com/ebouchut/learn-dev/tree/dev/docs/plans)** de dev versionnés: Ils décrivent quoi faire et comment.
- [Branche Git par fonctionnalité](https://github.com/ebouchut/learn-dev/tree/dev?tab=contributing-ov-file#git-branching-strategy) pour que chaque développement n'impacte pas la branche commune (`dev`).
- [Pull-Requests](https://github.com/ebouchut/learn-dev/pulls?q=is:pr+is:closed)
- **`YAGNI`** : *You aren't gonna need it*  
  &gt; Ne construire que ce qui est nécessaire pour la v1.
C'est de la communication écrite (compétence transversale).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(~2 min) 
Dérouler les besoins par persona. 
Relier aux besoins non fonctionnels.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(~1,5 min) 
Présenter la modélisation Merise (MCD). 
9 entités : utilisateurs, rôles, cours, leçons, inscriptions, jetons, audit. 
Montrer les associations et cardinalités.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(~1,5 min) 
Présenter la modélisation Merise (MLD ici). 
9 entités : utilisateurs, rôles, cours, leçons, inscriptions, jetons, audit. 
Montrer les tables, tables de jonctions et clés étrangères.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(~1,5 min) 
Justifier PostgreSQL (ADR-0007), 
Liquibase (ADR-0005), 
UUID (ADR-0003).
Souligner l'intégrité au plus près des données + contrôle anti-dérive de schéma en 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(~2 min) Montrer la version mobile. Insister sur l'accessibilité « par construction » et les
contrastes mesurés. C'est CP2 (maquetter) : Web ET Web mobile.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(~2 min) 
Balayer la stack
justifier le rendu côté serveur (simplicité, sécurité, SEO).
Montrer l'outillage (conteneurs, CI). 
C'est CP1.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 min) Annoncer les 2 features CRUD qui vont être démontrées et l'architecture commune.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(~2 min) Démo/écran de l'inscription. Montrer la validation et les messages d'erreur reliés
au champ (aria). Le code : unicité + hachage BCrypt, jamais de mot de passe en clair.
CP4 (dynamique) + CP7 (composant métier).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(~1,5 min) Dérouler le jeu d'essai : entrées, attendu, obtenu, écarts (aucun). Couvert par
des tests automatisés.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(~2,5 min) Montrer l'espace formateur : création, publication, réordonnancement. Insister
sur les règles métier (cycle de vie ci-dessus, appliqué aux cours ET aux leçons) et la
gestion fine des erreurs HTTP. CP7.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(~2 min) Montrer le catalogue. Rappeler responsive + RGAA (CP3) et la partie dynamique
serveur (CP4).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(~1,5 min) Montrer le repository : une interface, Spring génère l'implémentation ; requêtes
paramétrées donc pas d'injection SQL. Assumer honnêtement l'écart NoSQL : SQL au cœur,
MongoDB prêt mais pas branché. CP6.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(~2 min) Balayer les défenses, 
dérouler la séquence de connexion : 
- CSRF, 
- BCrypt,
- session HttpOnly. 
Relier à OWASP. C'est un point fort : sécurité dès la conception.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(~1,5 min) 
Montrer:
- la stratégie de tests 
- la matrice de sécurité. 
La CI verrouille la qualité à chaque push.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(~4 min) 
Rappeler : le déploiement en prod n'est pas exigé, 
c'est la QUALITÉ de la procédure documentée qui compte. 
Montrer : 
- le Dockerfile
- un workflow CI. 
CP8.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(~1,5 min) 
Récapituler : les 8 compétences sont couvertes.
Rappeler que le jury évalue des compétences, pas des fonctionnalités.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 min)
Ouvrir sur les évolutions,
notamment le volet NoSQL.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(~0,5 min)
Remercier le jury et l'équipe pédagogique. 
Inviter aux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learn-dev — Présentation</dc:title>
  <dc:subject>Diaporama de soutenance — Titre professionnel Développeur Web et Web Mobile (DWWM),
RNCP37674 — Eric Bouchut — session août 2026.
</dc:subject>
  <dc:creator>Eric Bouchut</dc:creator>
  <cp:lastModifiedBy>Eric Bouchut</cp:lastModifiedBy>
  <cp:revision>1</cp:revision>
  <dcterms:created xsi:type="dcterms:W3CDTF">2026-07-30T06:06:19Z</dcterms:created>
  <dcterms:modified xsi:type="dcterms:W3CDTF">2026-07-30T06:06:19Z</dcterms:modified>
</cp:coreProperties>
</file>
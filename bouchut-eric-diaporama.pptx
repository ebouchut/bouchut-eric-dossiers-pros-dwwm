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**Pages publiques** (pas d'authentification) : 
- Page d'accueil,
- RGPD,
- Reset mot de passe.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Pourquoi aucune restriction à l'enregistrement d'un étudiant?
- Pas d'étape bloquante pour faciliter l'adhésion
- évolution possible pour la v2:
    - Ajout d'une approbation préalable par le formateur ou l'admin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moi-même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Un peu de **Relationnel mais pas trop** :
    - **PAS spécifique à une base** de données.
    - PAS encore les **types** de colonnes, les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 min) 
- **Pourquoi PostgreSQL ?** ([ADR-0007](https://github.com/ebouchut/learn-dev/blob/dev/docs/adr/0007-use-postgresql-over-mysql.md)), 
- **Migrations BDD**:
    - *Liquibase* ([ADR-0005](https://github.com/ebouchut/learn-dev/blob/dev/docs/adr/0005-handwrite-liquibase-migrations-over-mcd-ddl.md)), 
- `UUID` vs `BIGINT` ([ADR-0003](https://github.com/ebouchut/learn-dev/blob/dev/docs/adr/0003-uuid-pk-for-users-bigint-elsewhere.md))
    - anti-IDOR
    - random sur des grains de sables alignés entre 2 galaxies.
- Contrôle **anti-dérive du schéma** fait :
    - au **démarrage de l'application**,
    - par la **CI**.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- Mobile first
- **Accessibilité** prise en compte dès la conception
- **Contrastes** mesurés (`AA`). 
- Polices de caractères **Google** téléchargées **en local** pour éviter les problèmes **GDPR** (pixel envoyés à Google):
- `Sora`: geometric sans-serif on Google Fonts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application Web **responsive** et **accessible**, 
    - **rendu côté serveur** avec **Thymeleaf**,
    - codée:
      - coté **serveur**: en **Java** et **Spring Boot**
      - coté **client**: en **HTML, CSS, JS**.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Voici ls **2 features** que je vais détailler ensuite.
- Si authentification échoue  *Spring Security* (`FormLogin`) :
    - ne renvoie PAS `401` 
    - ne donne PAS la cause (login indexistant ou mot de passe incorrect) 
    - redirige (`302`) sur la page de login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Démo
- formulaire d'inscription utilisateur. 
    - Montrer la validation et les messages d'erreur reliés au champ (`aria`). 
    - Le code : 
        - **unicité** du **`username`**
        - **hachage** **mot de passe**: **BCrypt**
         (jamais en clair).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 - Dérouler le jeu d'essai : entrées, attendu, obtenu, écarts (aucun). 
 - Couvert pardes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
- **Règles métier** 
- **Erreurs HTTP**: gestion fine. 
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- Je **vous** remercie ainsi que nos **formateurs**. 
- Inviter aux **questions**.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2026-08-04T14:38:03Z</dcterms:created>
  <dcterms:modified xsi:type="dcterms:W3CDTF">2026-08-04T14:38:03Z</dcterms:modified>
</cp:coreProperties>
</file>
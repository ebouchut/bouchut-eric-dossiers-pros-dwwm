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Décrire les 3 rôles et le parcours nominal. 
- Préciser : application Web rendue côté
serveur (Spring Boot + Thymeleaf), responsive et accessible.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section aborde:
- **l'organisation du travail** (aujourd'hui en solo, donc pas encore de SCRUM)
- le cahier des charges
- la modélisation des données et la base qui les stockent
- le maquettage et l'expérience utilisateur (UX)
- l'environnement de travail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moi-même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- Présenter la modélisation Merise (MCD). 
- 9 entités : utilisateurs, rôles, cours, leçons, inscriptions, jetons, audit. 
- 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9 entités : utilisateurs, rôles, cours, leçons, inscriptions, jetons, audit. 
- Relationnel mais pas spécifique à une base de données.
- PAS encore les **types** de colonnes, contraintes...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- Pourquoi PostgreSQL ? ([ADR-0007]()), 
- Liquibase ([ADR-0005]()), 
- UUID ([ADR-0003]()).
- Contrôle anti-dérive de schéma fait par la CI et au démarrage de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la version mobile. Insister sur l'accessibilité « par construction » et les
contrastes mesurés. C'est CP2 (maquetter) : Web ET Web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stack:
- **Java** langage de **Programmation Orientée Objet** (*POO*)
- **Maven**: outil qui:
    - gére les dépéndances (installation, mise à jour, résoluition de conflits, dépendances transitives)
- **Spring Boot** contient une galaxie de frameworks j'ai utilisés pour:
  - le MVC
- **Spring Security**: framework de sécurité qui gère :
    - l'**authentification** via le **formulaire de connexion** 
    - le **controle d'accès** basé sur les **roles** 
- **Thymeleaf**: moteur templates utilisé pour le rendu coté serveur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Voici **2 features** que je vais détailler par la suite.
- **Erreur `403`**: Si le login échoue ne **jamais** préciser **la cause** (login n'existe pas ou mot de passe est incorrect) mais renvoyer `403`.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Démo/écran de l'inscription. Montrer la validation et les messages d'erreur reliés
au champ (aria). Le code : unicité + hachage BCrypt, jamais de mot de passe en clair.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 - Dérouler le jeu d'essai : entrées, attendu, obtenu, écarts (aucun). 
 - Couvert pardes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 Montrer l'espace formateur : création, publication, réordonnancement. Insister
sur les règles métier (cycle de vie ci-dessus, appliqué aux cours ET aux leçons) et la
gestion fine des erreurs HTTP. 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Remercier le jury et l'équipe pédagogique. 
Inviter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2026-08-01T12:24:35Z</dcterms:created>
  <dcterms:modified xsi:type="dcterms:W3CDTF">2026-08-01T12:24:35Z</dcterms:modified>
</cp:coreProperties>
</file>